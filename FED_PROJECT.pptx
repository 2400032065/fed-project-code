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5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5" autoAdjust="0"/>
    <p:restoredTop sz="94660"/>
  </p:normalViewPr>
  <p:slideViewPr>
    <p:cSldViewPr snapToGrid="0">
      <p:cViewPr>
        <p:scale>
          <a:sx n="54" d="100"/>
          <a:sy n="54" d="100"/>
        </p:scale>
        <p:origin x="1236" y="15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E8A42-53AB-472A-BA2C-255CB7E5E91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0635-40D6-48F0-B110-62EA559C884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50635-40D6-48F0-B110-62EA559C884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B9867-FAF2-4DDE-89A6-534E0D9EF8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0429B-7CF4-47BF-8335-F4E7C207142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68828"/>
            <a:ext cx="9013371" cy="3766457"/>
          </a:xfrm>
        </p:spPr>
        <p:txBody>
          <a:bodyPr>
            <a:normAutofit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/>
            </a:br>
            <a:endParaRPr lang="en-IN" dirty="0"/>
          </a:p>
        </p:txBody>
      </p:sp>
      <p:pic>
        <p:nvPicPr>
          <p:cNvPr id="3" name="Picture 2" descr="fed project 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BACKGROUND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N. MOUNIKA                              - 2400032180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 .BHAVYA MADHURIMA    - 2400032065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 . LAKSHMI TRIVENI             - 2400031813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feel confused about choosing the right career because they don’t clearly know their skills, interests, or strengths.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need a simple online tool that can guide them to suitable career options based on their abilities and preferences.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suitable career options.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1292860"/>
            <a:ext cx="10788650" cy="488442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&lt;title&gt;Career Assessment Tool&lt;/title&gt;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body {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 Arial, sans-serif;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background-color: #f2f2f2;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padding: 20px;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  <a:endParaRPr lang="en-US" alt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960" y="446405"/>
            <a:ext cx="10657840" cy="5730875"/>
          </a:xfrm>
        </p:spPr>
        <p:txBody>
          <a:bodyPr>
            <a:noAutofit/>
          </a:bodyPr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.question {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margin-bottom: 20px;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button {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margin: 5px;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padding: 10px 20px;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border: none;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background-color: #4CAF50;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color: white;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border-radius: 5px;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cursor: pointer;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button:hover {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  background-color: #45a049;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IN" altLang="en-US" sz="5400"/>
              <a:t>OUTPUT :</a:t>
            </a:r>
            <a:endParaRPr lang="en-IN" altLang="en-US" sz="540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98390" y="662940"/>
            <a:ext cx="6533515" cy="36499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4632960"/>
            <a:ext cx="5892800" cy="1860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DESIGN THINKING INNOVATION 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Empathize: Understand students’ career doubts and needs.</a:t>
            </a:r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Define: Identify the main problem — career confusion.</a:t>
            </a:r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Ideate: Think of ideas like a web quiz or AI-based career suggestions.</a:t>
            </a:r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Prototype: Create a simple model showing career matches.</a:t>
            </a:r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Test: Get student feedback and improve the tool.</a:t>
            </a:r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THANK YOU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WPS Presentation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Aptos Display</vt:lpstr>
      <vt:lpstr>Segoe UI Variable Display</vt:lpstr>
      <vt:lpstr>Microsoft YaHei</vt:lpstr>
      <vt:lpstr>Arial Unicode MS</vt:lpstr>
      <vt:lpstr>Aptos</vt:lpstr>
      <vt:lpstr>Segoe UI</vt:lpstr>
      <vt:lpstr>Bahnschrift SemiLight</vt:lpstr>
      <vt:lpstr>Trebuchet MS</vt:lpstr>
      <vt:lpstr>Broadway</vt:lpstr>
      <vt:lpstr>Office Theme</vt:lpstr>
      <vt:lpstr>   Title: Web-Based Career Assessment Tool for Students </vt:lpstr>
      <vt:lpstr>SUPPORTING BACKGROUND</vt:lpstr>
      <vt:lpstr>PROBLEM STATEMENT</vt:lpstr>
      <vt:lpstr>CODE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CHEPURU BHAVYA MADHURIMA</dc:creator>
  <cp:lastModifiedBy>Bhavya madhurima Ch</cp:lastModifiedBy>
  <cp:revision>2</cp:revision>
  <dcterms:created xsi:type="dcterms:W3CDTF">2025-09-21T14:55:00Z</dcterms:created>
  <dcterms:modified xsi:type="dcterms:W3CDTF">2025-11-07T04:36:54Z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CC4A7AB39F2C4D1D90F4F7730C9740D2_12</vt:lpwstr>
  </property>
  <property fmtid="{D5CDD505-2E9C-101B-9397-08002B2CF9AE}" pid="3" name="KSOProductBuildVer">
    <vt:lpwstr>1033-12.2.0.23149</vt:lpwstr>
  </property>
</Properties>
</file>